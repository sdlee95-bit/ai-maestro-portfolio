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/>
  <p:sldSz cx="12192000" cy="6858000"/>
  <p:notesSz cx="6858000" cy="9144000"/>
  <p:embeddedFontLst>
    <p:embeddedFont>
      <p:font typeface="공체 Bold" panose="020B0600000101010101" charset="-127"/>
      <p:bold r:id="rId11"/>
    </p:embeddedFont>
    <p:embeddedFont>
      <p:font typeface="페이퍼로지 4 Regular" charset="-127"/>
      <p:regular r:id="rId12"/>
    </p:embeddedFont>
    <p:embeddedFont>
      <p:font typeface="페이퍼로지 5 Medium" charset="-127"/>
      <p:regular r:id="rId13"/>
    </p:embeddedFont>
    <p:embeddedFont>
      <p:font typeface="페이퍼로지 6 SemiBold" charset="-127"/>
      <p:bold r:id="rId14"/>
    </p:embeddedFont>
    <p:embeddedFont>
      <p:font typeface="페이퍼로지 7 Bold" charset="-127"/>
      <p:bold r:id="rId15"/>
    </p:embeddedFont>
    <p:embeddedFont>
      <p:font typeface="페이퍼로지 9 Black" charset="-127"/>
      <p:bold r:id="rId16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B95B"/>
    <a:srgbClr val="261CC1"/>
    <a:srgbClr val="1C4FA1"/>
    <a:srgbClr val="1A3263"/>
    <a:srgbClr val="C9BEFF"/>
    <a:srgbClr val="3A9AFF"/>
    <a:srgbClr val="76D2DB"/>
    <a:srgbClr val="8494FF"/>
    <a:srgbClr val="8FD3F1"/>
    <a:srgbClr val="7B99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666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1" Type="http://schemas.openxmlformats.org/officeDocument/2006/relationships/font" Target="fonts/font1.fntdata"/><Relationship Id="rId12" Type="http://schemas.openxmlformats.org/officeDocument/2006/relationships/font" Target="fonts/font2.fntdata"/><Relationship Id="rId13" Type="http://schemas.openxmlformats.org/officeDocument/2006/relationships/font" Target="fonts/font3.fntdata"/><Relationship Id="rId14" Type="http://schemas.openxmlformats.org/officeDocument/2006/relationships/font" Target="fonts/font4.fntdata"/><Relationship Id="rId15" Type="http://schemas.openxmlformats.org/officeDocument/2006/relationships/font" Target="fonts/font5.fntdata"/><Relationship Id="rId16" Type="http://schemas.openxmlformats.org/officeDocument/2006/relationships/font" Target="fonts/font6.fntdata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B15F2D-A159-6DD2-70AC-554F40FF5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4456CB0-687E-ACB7-F1DD-EFA30F9B81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918EB37-9FE5-BD3A-9728-2598F2440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8476E-4461-46B0-BE91-D2D33651E629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E3FE9E5-8ED7-B118-D65F-51E31D223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9101F4-12A7-82AA-F384-FD56A00AC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446AE-9028-44D8-BD0F-4A0F42D06D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8172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597452-3191-5163-6BAB-D21D76642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850830-6BF2-C736-1FAD-A8195E1FD8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E61A273-0309-A203-34E9-F2A0F4534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8476E-4461-46B0-BE91-D2D33651E629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1661224-BE79-8843-8254-DFE5AF774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7BBB54C-0677-3747-F3C9-7D5112E58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446AE-9028-44D8-BD0F-4A0F42D06D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5960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282FA4-A58C-8FE3-21C1-2585292C0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CC290B-87D7-2489-2F47-5657B1E2E7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BDD2B0-0369-40D8-124C-CE82A4F1F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8476E-4461-46B0-BE91-D2D33651E629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6277A1-5A0E-EC3F-9030-FC0B4D4D8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DE148B-4C73-097F-F984-654C646CE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446AE-9028-44D8-BD0F-4A0F42D06D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277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4C5D50-F67F-B74C-C3A0-1AFF3C652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3EC911-D93C-0013-A81A-CD8CEEE7AE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DBB8476-3D46-1046-7A18-4B48B0697F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44ED9B3-96C5-633C-4949-AAD16482E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8476E-4461-46B0-BE91-D2D33651E629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3AAB4F2-AF56-63D3-CCE5-0C11EDEBC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2007118-BD33-757D-96CA-FDB3A96F3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446AE-9028-44D8-BD0F-4A0F42D06D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9302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17EDA1-2D2E-469D-28F5-60731E83D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CC52690-2B93-1FB1-80D9-76554A367E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0EAD8AA-4E07-3630-1595-551AE79D73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A74D0BD-D25F-5D5B-E503-7E4BFD6503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DB6C832-6E3E-ACDE-609F-9A9B5EF74F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143CE02-C710-1EC3-6FFC-442802FBB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8476E-4461-46B0-BE91-D2D33651E629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13F7D95-9549-4B34-F5E3-0EE34A2C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52C05C4-0344-66C3-C5CF-7845D5D4C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446AE-9028-44D8-BD0F-4A0F42D06D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792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1FCA80-62F3-4FDB-EF27-349CDA9BF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6F79858-532D-C7FC-C37E-B71CFF4F9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8476E-4461-46B0-BE91-D2D33651E629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5977369-2FAD-5BCD-8A11-B5F8C485E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8148CEB-25D4-7D77-9987-E6DD46D19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446AE-9028-44D8-BD0F-4A0F42D06D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7418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1E05D6E-C67B-DC0E-92F3-D56F17C0E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8476E-4461-46B0-BE91-D2D33651E629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5A152C0-6FFB-6FE9-E523-C5735F045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C597B2-0C97-DCFD-20A1-718915342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446AE-9028-44D8-BD0F-4A0F42D06D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4220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1F0BB8-4D6D-3EC8-C6A1-7996EAD62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D87BDBA-19E5-53B9-A5F5-A07BA4764C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343A215-558A-4A5D-CA79-665030B043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3077607-D03D-FD35-CE51-F075CE09D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8476E-4461-46B0-BE91-D2D33651E629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12F3545-A752-97A7-E494-25FB7FCBD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844F103-5D33-6878-3AB2-E9E399D1B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446AE-9028-44D8-BD0F-4A0F42D06D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2177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0D08AB-843B-9F9E-B286-B3076777E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9741488-FBE3-C56D-0275-21CA8E3F84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40386E0-CBD1-FA5C-1718-98ED521AA9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62CE44C-162D-584B-1EB5-6C1D8059C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8476E-4461-46B0-BE91-D2D33651E629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4A8D5E6-7CF1-E4BB-39ED-0A7841E2C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269EF79-F130-C2F9-8F1C-265F47D4F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446AE-9028-44D8-BD0F-4A0F42D06D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4845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434EAC-6D6B-8723-7D34-D5AAB10EB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0926A2A-6CDC-E594-859D-A40EE2D8D4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CF95FB-2FDB-A172-1D2A-92D8F3D04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8476E-4461-46B0-BE91-D2D33651E629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7032A4-BE33-0890-BCF3-19DD597A3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C742C5B-722E-B58B-E297-87EE9DCAF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446AE-9028-44D8-BD0F-4A0F42D06D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4005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91C0A08-9FC4-72CE-1B2B-C8A26AF4C5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EA99060-8C90-B595-E9B6-33F390417A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55BE17-9190-9B75-81B7-4DFDBACB7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8476E-4461-46B0-BE91-D2D33651E629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591CE1B-290C-795D-9A9C-88F59928D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74DAEB-B8D6-4974-2DDC-FC4D3C5D1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446AE-9028-44D8-BD0F-4A0F42D06D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638996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6E2F870-46A3-0DEA-D631-49C90A507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FD8508D-0B95-5752-BDCF-6D012A5B71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91CC2B-B05E-FBEE-78A1-5FD8CF5863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68476E-4461-46B0-BE91-D2D33651E629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2B572C-CB14-E919-CF43-022925244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427B49-3EB7-2BBA-A1D4-36C83403BA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E446AE-9028-44D8-BD0F-4A0F42D06D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470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658</TotalTime>
  <Words>109</Words>
  <Application>Microsoft Office PowerPoint</Application>
  <PresentationFormat>와이드스크린</PresentationFormat>
  <Paragraphs>66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8" baseType="lpstr">
      <vt:lpstr>페이퍼로지 7 Bold</vt:lpstr>
      <vt:lpstr>페이퍼로지 4 Regular</vt:lpstr>
      <vt:lpstr>페이퍼로지 9 Black</vt:lpstr>
      <vt:lpstr>맑은 고딕</vt:lpstr>
      <vt:lpstr>페이퍼로지 5 Medium</vt:lpstr>
      <vt:lpstr>페이퍼로지 6 SemiBold</vt:lpstr>
      <vt:lpstr>Arial</vt:lpstr>
      <vt:lpstr>공체 Bold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Ji-sup Hong</dc:creator>
  <cp:lastModifiedBy>User</cp:lastModifiedBy>
  <cp:revision>38</cp:revision>
  <dcterms:created xsi:type="dcterms:W3CDTF">2026-02-27T01:06:56Z</dcterms:created>
  <dcterms:modified xsi:type="dcterms:W3CDTF">2026-03-06T02:06:05Z</dcterms:modified>
</cp:coreProperties>
</file>